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4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B299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-1005840"/>
            <a:ext cx="5669280" cy="4023360"/>
          </a:xfrm>
          <a:prstGeom prst="ellipse">
            <a:avLst/>
          </a:prstGeom>
          <a:solidFill>
            <a:srgbClr val="E46C31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5EB299"/>
          </a:solidFill>
          <a:ln/>
        </p:spPr>
      </p:sp>
      <p:pic>
        <p:nvPicPr>
          <p:cNvPr id="6" name="Image 0" descr="/Users/napat.k/Projects/Torrent/docs/slides/software-project-proposal/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84048"/>
            <a:ext cx="2148840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6916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46C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PROPOSAL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01168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TORRENT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411480" y="30632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that tracks BMA software procurement (TOR) opportunities and proactively matches them to qualified vendors — a reversed job board for government software procurement.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" y="58064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Napat Kulnarong  ·  Sethtatad Kijkanjanarat  ·  Jirakorn Chaitanaporn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61081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Pitching · Proposal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EB299"/>
          </a:solidFill>
          <a:ln/>
        </p:spPr>
      </p:sp>
      <p:pic>
        <p:nvPicPr>
          <p:cNvPr id="4" name="Image 0" descr="/Users/napat.k/Projects/Torrent/docs/slides/software-project-proposal/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737360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841248"/>
            <a:ext cx="310896" cy="310896"/>
          </a:xfrm>
          <a:prstGeom prst="ellipse">
            <a:avLst/>
          </a:prstGeom>
          <a:solidFill>
            <a:srgbClr val="F0A06E"/>
          </a:solidFill>
          <a:ln/>
        </p:spPr>
      </p:sp>
      <p:sp>
        <p:nvSpPr>
          <p:cNvPr id="6" name="Text 3"/>
          <p:cNvSpPr/>
          <p:nvPr/>
        </p:nvSpPr>
        <p:spPr>
          <a:xfrm>
            <a:off x="411480" y="8778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4672" y="8778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E46C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371600"/>
            <a:ext cx="5623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508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reversed job board for government software procurement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11480" y="2697480"/>
            <a:ext cx="5623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9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BMA Software Procurement Platform is a centralized system that tracks software-related procurement opportunities (TORs) issued under the Bangkok Metropolitan Administration and proactively notifies qualified software vendors, studios, freelancers, and agencies about relevant opportunities.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9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vendors searching for work across dozens of scattered portals, TORRENT surfaces and pushes relevant government software TORs directly to them, from draft stage through publication.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55080" y="804672"/>
            <a:ext cx="5440680" cy="5349240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9875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6C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FLIPS THE MODEL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1371600"/>
            <a:ext cx="4983480" cy="1353312"/>
          </a:xfrm>
          <a:prstGeom prst="roundRect">
            <a:avLst>
              <a:gd name="adj" fmla="val 5405"/>
            </a:avLst>
          </a:prstGeom>
          <a:solidFill>
            <a:srgbClr val="F0FAF6"/>
          </a:solidFill>
          <a:ln/>
        </p:spPr>
      </p:sp>
      <p:sp>
        <p:nvSpPr>
          <p:cNvPr id="13" name="Shape 10"/>
          <p:cNvSpPr/>
          <p:nvPr/>
        </p:nvSpPr>
        <p:spPr>
          <a:xfrm>
            <a:off x="6766560" y="18745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766560" y="190195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46C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87184" y="15727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TORs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87184" y="190195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1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across 16 depts, 50 district offices, e-GP portal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83680" y="2880360"/>
            <a:ext cx="4983480" cy="1353312"/>
          </a:xfrm>
          <a:prstGeom prst="roundRect">
            <a:avLst>
              <a:gd name="adj" fmla="val 5405"/>
            </a:avLst>
          </a:prstGeom>
          <a:solidFill>
            <a:srgbClr val="1D443A"/>
          </a:solidFill>
          <a:ln/>
        </p:spPr>
      </p:sp>
      <p:sp>
        <p:nvSpPr>
          <p:cNvPr id="18" name="Shape 15"/>
          <p:cNvSpPr/>
          <p:nvPr/>
        </p:nvSpPr>
        <p:spPr>
          <a:xfrm>
            <a:off x="6766560" y="33832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341071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46C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187184" y="30815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TORRENT Platform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87184" y="341071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software TORs, classifies, tracks draft → final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583680" y="4389120"/>
            <a:ext cx="4983480" cy="1353312"/>
          </a:xfrm>
          <a:prstGeom prst="roundRect">
            <a:avLst>
              <a:gd name="adj" fmla="val 5405"/>
            </a:avLst>
          </a:prstGeom>
          <a:solidFill>
            <a:srgbClr val="FBE6D8"/>
          </a:solidFill>
          <a:ln/>
        </p:spPr>
      </p:sp>
      <p:sp>
        <p:nvSpPr>
          <p:cNvPr id="23" name="Shape 20"/>
          <p:cNvSpPr/>
          <p:nvPr/>
        </p:nvSpPr>
        <p:spPr>
          <a:xfrm>
            <a:off x="6766560" y="48920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6766560" y="49194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46C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187184" y="459028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Vendors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187184" y="491947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1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Studios, freelancers &amp; agencies notified automatically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97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TORRENT — Software Project Proposal</dc:title>
  <dc:subject>Software project pitching proposal</dc:subject>
  <dc:creator>TORRENT</dc:creator>
  <cp:lastModifiedBy>TORRENT</cp:lastModifiedBy>
  <cp:revision>1</cp:revision>
  <dcterms:created xsi:type="dcterms:W3CDTF">2026-08-19T06:23:17Z</dcterms:created>
  <dcterms:modified xsi:type="dcterms:W3CDTF">2026-08-19T06:23:17Z</dcterms:modified>
</cp:coreProperties>
</file>